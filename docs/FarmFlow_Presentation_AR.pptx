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5600" b="1" i="0">
                <a:solidFill>
                  <a:srgbClr val="FFFFFF"/>
                </a:solidFill>
              </a:rPr>
              <a:t>فارم فلو 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0" i="0">
                <a:solidFill>
                  <a:srgbClr val="C8E6C9"/>
                </a:solidFill>
              </a:rPr>
              <a:t>سوق المواشي المصري — رقمي، موثوق، عصري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0" i="1">
                <a:solidFill>
                  <a:srgbClr val="A5D6A7"/>
                </a:solidFill>
              </a:rPr>
              <a:t>يربط أصحاب المزارع بالمشترين في جميع أنحاء مصر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0" i="0">
                <a:solidFill>
                  <a:srgbClr val="FFFFFF"/>
                </a:solidFill>
              </a:rPr>
              <a:t>ويب  ·  جوال (iOS &amp; Android)  ·  سطح المكتب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1">
                <a:solidFill>
                  <a:srgbClr val="A5D6A7"/>
                </a:solidFill>
              </a:rPr>
              <a:t>الإصدار 1.0  —  مايو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400" b="1" i="0">
                <a:solidFill>
                  <a:srgbClr val="FFFFFF"/>
                </a:solidFill>
              </a:rPr>
              <a:t>المشكلة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33856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22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❌  لا يوجد سوق مركزي موحد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22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616161"/>
                </a:solidFill>
              </a:rPr>
              <a:t>المشترون لا يجدون مكاناً واحداً يكتشفون فيه جميع المزارع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133856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6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❌  غياب الشفافية عن صحة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6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616161"/>
                </a:solidFill>
              </a:rPr>
              <a:t>المشترون لا يستطيعون التحقق من صحة الحيوان قبل الشراء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1133856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51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❌  لا توجد أدوات لإدارة القطيع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51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616161"/>
                </a:solidFill>
              </a:rPr>
              <a:t>المزارعون يتتبعون الحيوانات في دفاتر أو من الذاكرة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1133856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65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❌  لا يوجد تتبع مالي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5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616161"/>
                </a:solidFill>
              </a:rPr>
              <a:t>المصاريف والدخل لا تُسجَّل بشكل صحيح أبداً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9200"/>
            <a:ext cx="1133856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80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❌  صفقات غير رسمية وغير موثقة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80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616161"/>
                </a:solidFill>
              </a:rPr>
              <a:t>لا يوجد نظام للمحاسبة أو التحقق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400" b="1" i="0">
                <a:solidFill>
                  <a:srgbClr val="FFFFFF"/>
                </a:solidFill>
              </a:rPr>
              <a:t>الحل — فارم فلو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0" i="0">
                <a:solidFill>
                  <a:srgbClr val="616161"/>
                </a:solidFill>
              </a:rPr>
              <a:t>منصة رقمية واحدة تدير دورة حياة تجارة المواشي بالكامل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657600" cy="4480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FFFFFF"/>
                </a:solidFill>
              </a:rPr>
              <a:t>🐄  التجار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إدارة كل حيوان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تتبع التطعيمات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السجل الطبي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تسجيل المصاريف والدخل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17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عرض الحيوانات للبيع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20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تصدير تقارير مالية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920240"/>
            <a:ext cx="3657600" cy="4480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FFFFFF"/>
                </a:solidFill>
              </a:rPr>
              <a:t>🛒  المشترون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06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تصفح جميع المزارع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مشاهدة الشهادات الصحية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611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صور وفيديو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التواصل عبر واتساب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17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تقديم الطلبات أونلاين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120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تقييم البائعين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920240"/>
            <a:ext cx="3657600" cy="44805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0116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FFFFFF"/>
                </a:solidFill>
              </a:rPr>
              <a:t>🛡  المنصة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06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سير عمل موافقة إدارية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108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ملفات تعريف موثقة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611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وضع العيد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مواشي وألبان ومستلزمات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617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إشعارات فورية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120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تطبيق أوفلاين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400" b="1" i="0">
                <a:solidFill>
                  <a:srgbClr val="FFFFFF"/>
                </a:solidFill>
              </a:rPr>
              <a:t>متاح على كل المنصات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1371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</a:rPr>
              <a:t>🌐  تطبيق الويب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0" i="0">
                <a:solidFill>
                  <a:srgbClr val="FFFFFF"/>
                </a:solidFill>
              </a:rPr>
              <a:t>المتصفح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57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B300"/>
                </a:solidFill>
              </a:rPr>
              <a:t>أونلاين فقط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1143000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</a:rPr>
              <a:t>📱  تطبيق الجوال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0" i="0">
                <a:solidFill>
                  <a:srgbClr val="FFFFFF"/>
                </a:solidFill>
              </a:rPr>
              <a:t>iOS و Android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B300"/>
                </a:solidFill>
              </a:rPr>
              <a:t>أونلاين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34840"/>
            <a:ext cx="11430000" cy="13716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 i="0">
                <a:solidFill>
                  <a:srgbClr val="FFFFFF"/>
                </a:solidFill>
              </a:rPr>
              <a:t>🖥️  تطبيق سطح المكتب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0" i="0">
                <a:solidFill>
                  <a:srgbClr val="FFFFFF"/>
                </a:solidFill>
              </a:rPr>
              <a:t>Windows و macOS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749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FFB300"/>
                </a:solidFill>
              </a:rPr>
              <a:t>✓ أوفلاين + أونلاين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1">
                <a:solidFill>
                  <a:srgbClr val="1B5E20"/>
                </a:solidFill>
              </a:rPr>
              <a:t>★  تطبيق سطح المكتب يعمل بكامل وظائفه بدون إنترنت — مثالي لأصحاب المزارع في المناطق بعيدة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400" b="1" i="0">
                <a:solidFill>
                  <a:srgbClr val="FFFFFF"/>
                </a:solidFill>
              </a:rPr>
              <a:t>مميزات التاجر — صاحب المزرعة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309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📊  لوحة التحكم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4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مؤشرات الأداء، مخطط الدخل، تذكيرات التطعيم والوزن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6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🐄  إدارة القطيع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90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تسجيل كل حيوان: السلالة، العمر، الوزن، الصحة، الحمل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426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💉  التطعيمات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966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سجلات التطعيم مع تنبيهات ملونة للمتأخر والقادم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48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🏥  السجل الطبي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02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زيارات البيطري مع التشخيص والعلاج والتكلفة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0352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54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📋  الإعلانات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08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فقط الحيوانات التي تختارها تظهر للمشترين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3309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💰  الإدارة المالية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584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فئات المصاريف، تتبع الدخل، مخططات، تصدير CSV/PDF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28600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336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🥛  منتجات الألبان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90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حليب، جبن، زبدة، سمن — قسم منفصل للإدارة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9184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3426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🌾  مستلزمات المزرعة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5966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أعلاف، معدات، بذور — مصدر دخل إضافي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29768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348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👤  ملف التاجر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602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غلاف المزرعة، السيرة الذاتية، بيانات الاتصال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000" b="1" i="0">
                <a:solidFill>
                  <a:srgbClr val="FFFFFF"/>
                </a:solidFill>
              </a:rPr>
              <a:t>إدارة القطيع — دورة حياة كاملة لكل حيوان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4480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FFFFFF"/>
                </a:solidFill>
              </a:rPr>
              <a:t>📈 النمو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مخطط سجل الوزن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تحديد الوزن المستهدف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تتبع التقدم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تسجيل أوزان جديدة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743200" cy="4480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FFFFFF"/>
                </a:solidFill>
              </a:rPr>
              <a:t>💉 التطعيمات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تسجيل التطعيمات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تنبيهات الاستحقاق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ترميز لوني للمتأخر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تذكيرات القادم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2743200" cy="44805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FFFFFF"/>
                </a:solidFill>
              </a:rPr>
              <a:t>🏥 الطبي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سجلات البيطري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التشخيص والعلاج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الأدوية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التكلفة مرتبطة تلقائياً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371600"/>
            <a:ext cx="2743200" cy="4480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700" b="1" i="0">
                <a:solidFill>
                  <a:srgbClr val="FFFFFF"/>
                </a:solidFill>
              </a:rPr>
              <a:t>ℹ️ المعلومات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السلالة ورقم الوسم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تاريخ الميلاد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الجنس واللون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FFFFFF"/>
                </a:solidFill>
              </a:rPr>
              <a:t>• حالة الحمل وتاريخ الوضع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1" i="0">
                <a:solidFill>
                  <a:srgbClr val="1B5E20"/>
                </a:solidFill>
              </a:rPr>
              <a:t>🔒  الحيوانات الغير معروضة تبقى خاصة — فقط ما تختاره يظهر للمشترين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000" b="1" i="0">
                <a:solidFill>
                  <a:srgbClr val="FFFFFF"/>
                </a:solidFill>
              </a:rPr>
              <a:t>الإدارة المالية — مصممة لأصحاب المزارع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280160"/>
            <a:ext cx="3566160" cy="5212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فئات المصاريف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9202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🌾 الأعلاف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377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💊 البيطري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8346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💧 المياه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2918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⚡ الكهرباء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7490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👷 مرتبات الموظفين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2062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🏠 إيجار المزرعة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663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🚛 النقل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1206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🔧 الصيانة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5778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📦 أخرى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280160"/>
            <a:ext cx="76809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33096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📊  مخططات شريطية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58496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الدخل مقابل المصاريف شهرياً أو سنوياً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029968"/>
            <a:ext cx="76809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80768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🔍  تفاصيل تحليلية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34768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اضغط على أي شريط لرؤية المعاملات الفردية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79776"/>
            <a:ext cx="76809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830576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📋  سجل كامل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84576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قوائم المصاريف والدخل مصنفة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29584"/>
            <a:ext cx="76809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80384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📁  تصدير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34384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مشاركة البيانات كجدول بيانات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79392"/>
            <a:ext cx="76809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3019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📄  تصدير 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8419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تقرير A4 جاهز للطباعة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29200"/>
            <a:ext cx="76809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8000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🎯  تتبع الميزانية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3400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حدد ميزانية شهرية/سنوية لكل فئة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779008"/>
            <a:ext cx="768096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829808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💹  شريط المؤشرات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83808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إجمالي الدخل، المصاريف، صافي الربح، أفضل شهر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400" b="1" i="0">
                <a:solidFill>
                  <a:srgbClr val="FFFFFF"/>
                </a:solidFill>
              </a:rPr>
              <a:t>مميزات المشتري — اكتشف وتسوق المواشي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309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🔍  الاكتشاف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4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تصفح المزارع؛ فلتر بالمحافظة، النوع، السعر، التقييم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6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🏡  ملف المزرعة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90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الغلاف، التقييمات، بيانات التواصل، جميع المنتجات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426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📸  إعلانات غنية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966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صور، فيديو، الوزن، العمر، السلالة، الشهادة الصحية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348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❤️  الشهادة الصحية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02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كل حيوان يُظهر حالته الصحية الموثقة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0352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54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📞  تواصل مع البائع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08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واتساب، اتصال مباشر، نسخ الرقم — بنقرة واحدة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3309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🛒  تقديم طلب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584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توصيل أو استلام؛ نقداً عند الاستلام أو InstaPay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28600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336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📦  تتبع الطلبات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90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حالة الطلب: معلق ← مؤكد ← في الطريق ← تم التسليم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9184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3426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⭐  التقييمات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5966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قيّم البائع بعد الاستلام؛ اقرأ تقييمات الآخرين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29768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3484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🔔  الإشعارات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602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تنبيهات فورية لتحديثات الطلبات والعروض الخاصة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303520"/>
            <a:ext cx="55778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354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1" i="0">
                <a:solidFill>
                  <a:srgbClr val="1B5E20"/>
                </a:solidFill>
              </a:rPr>
              <a:t>❤️  المفضلة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6083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200" b="0" i="0">
                <a:solidFill>
                  <a:srgbClr val="212121"/>
                </a:solidFill>
              </a:rPr>
              <a:t>احفظ المزارع المفضلة للوصول السريع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3400" b="1" i="0">
                <a:solidFill>
                  <a:srgbClr val="FFFFFF"/>
                </a:solidFill>
              </a:rPr>
              <a:t>قريباً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3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🔪  الجزار عند الطلب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33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اطلب جزاراً معتمداً يأتي إلى موقعك — بدون تعب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67128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306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🥩  توصيل الذبيحة الجاهزة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46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استلم حيوانك مذبوحاً ومجهزاً أمام بيتك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08376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07187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🔨  مزادات المواشي المباشرة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258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تزايد على مواشي مميزة في مزادات أونلاين في الوقت الحقيقي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9624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91312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🤖  مساعد تسعير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671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توصيات أسعار ذكية بناءً على الوزن والسلالة واتجاهات السوق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90872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7543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🌿  إدارة الفروع المتعددة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0083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أدر مواقع مزارع متعددة من حساب بائع واحد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32120"/>
            <a:ext cx="11430000" cy="7498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5956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500" b="1" i="0">
                <a:solidFill>
                  <a:srgbClr val="1B5E20"/>
                </a:solidFill>
              </a:rPr>
              <a:t>💳  بوابة الدفع بالبطاقة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8496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300" b="0" i="0">
                <a:solidFill>
                  <a:srgbClr val="212121"/>
                </a:solidFill>
              </a:rPr>
              <a:t>تكامل كامل مع فوري / PayMob لفيزا وماستركارد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6000" b="1" i="0">
                <a:solidFill>
                  <a:srgbClr val="FFFFFF"/>
                </a:solidFill>
              </a:rPr>
              <a:t>شكراً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0" i="1">
                <a:solidFill>
                  <a:srgbClr val="C8E6C9"/>
                </a:solidFill>
              </a:rPr>
              <a:t>فارم فلو — نقل سوق المواشي المصري إلى العصر الرقمي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0" i="0">
                <a:solidFill>
                  <a:srgbClr val="FFFFFF"/>
                </a:solidFill>
              </a:rPr>
              <a:t>ويب  ·  جوال  ·  سطح المكتب  ·  يعمل أوفلاين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0" i="1">
                <a:solidFill>
                  <a:srgbClr val="A5D6A7"/>
                </a:solidFill>
              </a:rPr>
              <a:t>الإصدار 1.0  —  مايو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