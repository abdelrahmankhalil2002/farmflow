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🌿 FarmFlow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E6C9"/>
                </a:solidFill>
              </a:rPr>
              <a:t>Egypt's Livestock Marketplace — Digital, Trusted, Modern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5D6A7"/>
                </a:solidFill>
              </a:rPr>
              <a:t>Connecting Farm Owners with Buyers across Egypt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Web  ·  Mobile (iOS &amp; Android)  ·  Desktop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5D6A7"/>
                </a:solidFill>
              </a:rPr>
              <a:t>Version 1.0  —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33856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22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❌  No centralized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22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16161"/>
                </a:solidFill>
              </a:rPr>
              <a:t>Buyers have nowhere to discover all farms at once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1133856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36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❌  No animal health transparency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36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16161"/>
                </a:solidFill>
              </a:rPr>
              <a:t>Buyers can't verify the health of an animal before purchase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1133856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51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❌  No herd management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251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16161"/>
                </a:solidFill>
              </a:rPr>
              <a:t>Farmers track animals in notebooks or memory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14800"/>
            <a:ext cx="1133856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65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❌  No financial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165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16161"/>
                </a:solidFill>
              </a:rPr>
              <a:t>Expenses and income are never properly recorded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29200"/>
            <a:ext cx="1133856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080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❌  Informal, unverified deals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080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16161"/>
                </a:solidFill>
              </a:rPr>
              <a:t>No accountability or verification process exists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Solution — FarmFlow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16161"/>
                </a:solidFill>
              </a:rPr>
              <a:t>A single digital platform that manages the entire livestock trade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3657600" cy="4480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🐄  Farm Owners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Manage every animal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08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Track vaccinations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11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Record medical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Log expenses &amp; income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617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List animals for sale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120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Export financial reports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920240"/>
            <a:ext cx="3657600" cy="4480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🛒  Buyers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06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Browse all farms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108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See health certificates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611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View photos &amp; videos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Chat via WhatsApp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617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Place orders online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120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Rate &amp; review sellers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920240"/>
            <a:ext cx="3657600" cy="44805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🛡 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606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Admin approval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108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Verified seller profiles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611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Eid season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Multi-product: livestock,
dairy &amp; supplies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617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Push 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5120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Offline desktop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Available On Every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13716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🌐  Web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508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508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300"/>
                </a:solidFill>
              </a:rPr>
              <a:t>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508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Sellers &amp; Buyers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143000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📱  Mobile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017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iOS &amp; Android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0175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300"/>
                </a:solidFill>
              </a:rPr>
              <a:t>Online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0175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Sellers &amp; Buyers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34840"/>
            <a:ext cx="11430000" cy="13716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🖥️  Desktop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5262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Windows &amp; macOS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526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300"/>
                </a:solidFill>
              </a:rPr>
              <a:t>Offline + Online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526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Farm Owners (PCs)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B5E20"/>
                </a:solidFill>
              </a:rPr>
              <a:t>★  The Desktop App works fully OFFLINE — perfect for farm owners in areas with poor connectivity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Seller Features — Farm Owner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30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📊 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330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KPIs, income chart, vaccination &amp; weighing reminders, quick 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36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🐄  Herd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368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Register every animal: breed, age, weight, health, pregnancy, photos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9184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42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💉  Vaccinations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3426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Log vaccination records; color-coded overdue/upcoming alerts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9768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3484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🏥  Medical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348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Vet visits with diagnosis, medication, cost — auto-linked to expenses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0352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354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📋  Listings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5354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Only animals you choose appear to buyers; full control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8016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330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💰  Finance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330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Expense categories, income tracking, bar charts, CSV/PDF export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28600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336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🥛  Dairy Products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3368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Milk, cheese, butter, ghee — list &amp; manage separately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29184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342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🌾  Farm Supplies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3426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Feed, equipment, seeds — additional revenue stream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29768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3484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👤  Seller Profile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348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Farm banner, bio, certifications, contact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Herd Management — Complete Animal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43200" cy="4480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📈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Weight history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Set target 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Track progress over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Log new weight entries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743200" cy="4480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💉 Vaccinations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Log all vaccinations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Due date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Overdue color-coding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566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Upcoming vaccine reminders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743200" cy="44805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🏥 Medical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Vet visit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Diagnosis &amp; treatment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Medication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566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Auto-links cost to expenses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1371600"/>
            <a:ext cx="2743200" cy="4480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ℹ️ Info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Breed &amp; tag 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Date of birth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Gender &amp; color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566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Pregnancy status + due 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🔒  Non-sale animals stay PRIVATE — only animals you choose are visible to buyers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Financial Management — Built for Farm Owners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749039" cy="5212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Expense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🌾 Feed &amp; Fodder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💊 Veterinary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💧 Water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⚡ Electricity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👷 Employee Salaries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🏠 Farm 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🚛 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🔧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778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📦 Other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280160"/>
            <a:ext cx="745236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3309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📊  Bar Chart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3309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Income vs. expenses by month or year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029968"/>
            <a:ext cx="745236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0807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🔍  Drill-Down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0807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Tap any bar to see individual transactions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2779776"/>
            <a:ext cx="745236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2830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📋  Full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8305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Categorized expense &amp; income lists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529584"/>
            <a:ext cx="745236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5803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📁  CSV 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5803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Share data as a spreadsheet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279392"/>
            <a:ext cx="745236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3301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📄  PDF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3301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Print-ready A4 financial report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5029200"/>
            <a:ext cx="745236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5080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🎯  Budget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0800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Set monthly/yearly budget per category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5779008"/>
            <a:ext cx="745236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58298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💹  KPI Strip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8298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Total income, expenses, net profit, best month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Buyer Features — Find &amp; Order Livestock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30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🔍  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330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Browse all farms; filter by governorate, animal type, price, ratings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368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🏡  Farm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3368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See banner, ratings, contact info, all available livestock &amp; dairy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9184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42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📸  Rich Listings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3426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Photos, video, weight, age, breed, health certificate, price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9768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3484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❤️  Health Cert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348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Every animal shows verified health status — know what you're buying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0352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354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📞  Contact Seller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5354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WhatsApp chat, direct call, or copy phone number — one tap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8016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330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🛒  Place 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330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Delivery or pickup; Cash on Delivery or InstaPay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28600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3368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📦  Track Orders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3368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Real-time order status: pending → confirmed → in transit → delivered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29184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342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⭐  Reviews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3426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Rate and review sellers after delivery; read others' reviews first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29768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3484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🔔  Notifications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348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Instant alerts for order updates and special offers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30352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354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❤️  Favorites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354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Save farms to a favorites list for quick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Coming Soon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30000" cy="7498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893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🔪  Butcher On-Demand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3893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Request a certified butcher to come to your location — no travel needed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67128"/>
            <a:ext cx="11430000" cy="7498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306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🥩  Ready-Slaughtered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30628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Receive a slaughtered &amp; prepared animal delivered to your door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08376"/>
            <a:ext cx="11430000" cy="7498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718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🔨  Live Livestock Auctions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071876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Bid on premium animals in real-time online auctions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9624"/>
            <a:ext cx="11430000" cy="7498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131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🤖  AI Pricing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91312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Smart price recommendations based on weight, breed &amp; market trends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90872"/>
            <a:ext cx="11430000" cy="7498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7543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🌿  Multi-Branch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75437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Manage multiple farm locations from one seller account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532120"/>
            <a:ext cx="11430000" cy="7498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5956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💳  Card Payment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5956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Full Fawry / PayMob integration for Visa &amp; Mastercard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C8E6C9"/>
                </a:solidFill>
              </a:rPr>
              <a:t>FarmFlow — Bringing Egypt's livestock market into the digital 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Web  ·  Mobile  ·  Desktop  ·  Offline-capable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5D6A7"/>
                </a:solidFill>
              </a:rPr>
              <a:t>Version 1.0  —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